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D57E68-8F4B-4095-9818-EA3080818AEC}" v="5" dt="2026-09-18T09:39:01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narasimha sai Komma" userId="b7f1132bd06700d1" providerId="LiveId" clId="{5F926FF6-8A72-4D86-8444-125C8C63F560}"/>
    <pc:docChg chg="custSel modSld">
      <pc:chgData name="Lakshmi narasimha sai Komma" userId="b7f1132bd06700d1" providerId="LiveId" clId="{5F926FF6-8A72-4D86-8444-125C8C63F560}" dt="2026-09-18T09:40:25.467" v="222" actId="21"/>
      <pc:docMkLst>
        <pc:docMk/>
      </pc:docMkLst>
      <pc:sldChg chg="addSp delSp modSp mod">
        <pc:chgData name="Lakshmi narasimha sai Komma" userId="b7f1132bd06700d1" providerId="LiveId" clId="{5F926FF6-8A72-4D86-8444-125C8C63F560}" dt="2026-09-18T09:39:07.316" v="210" actId="20577"/>
        <pc:sldMkLst>
          <pc:docMk/>
          <pc:sldMk cId="0" sldId="256"/>
        </pc:sldMkLst>
        <pc:spChg chg="mod">
          <ac:chgData name="Lakshmi narasimha sai Komma" userId="b7f1132bd06700d1" providerId="LiveId" clId="{5F926FF6-8A72-4D86-8444-125C8C63F560}" dt="2026-09-18T09:35:00.024" v="57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Lakshmi narasimha sai Komma" userId="b7f1132bd06700d1" providerId="LiveId" clId="{5F926FF6-8A72-4D86-8444-125C8C63F560}" dt="2026-09-18T09:38:19.843" v="184" actId="1076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Lakshmi narasimha sai Komma" userId="b7f1132bd06700d1" providerId="LiveId" clId="{5F926FF6-8A72-4D86-8444-125C8C63F560}" dt="2026-09-18T09:34:02.212" v="50" actId="21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Lakshmi narasimha sai Komma" userId="b7f1132bd06700d1" providerId="LiveId" clId="{5F926FF6-8A72-4D86-8444-125C8C63F560}" dt="2026-09-18T09:35:13.745" v="60" actId="21"/>
          <ac:spMkLst>
            <pc:docMk/>
            <pc:sldMk cId="0" sldId="256"/>
            <ac:spMk id="8" creationId="{00000000-0000-0000-0000-000000000000}"/>
          </ac:spMkLst>
        </pc:spChg>
        <pc:spChg chg="add mod">
          <ac:chgData name="Lakshmi narasimha sai Komma" userId="b7f1132bd06700d1" providerId="LiveId" clId="{5F926FF6-8A72-4D86-8444-125C8C63F560}" dt="2026-09-18T09:39:07.316" v="210" actId="20577"/>
          <ac:spMkLst>
            <pc:docMk/>
            <pc:sldMk cId="0" sldId="256"/>
            <ac:spMk id="9" creationId="{B1D21AEF-95B0-A6A0-53D2-5705FDA5B40B}"/>
          </ac:spMkLst>
        </pc:spChg>
      </pc:sldChg>
      <pc:sldChg chg="delSp mod">
        <pc:chgData name="Lakshmi narasimha sai Komma" userId="b7f1132bd06700d1" providerId="LiveId" clId="{5F926FF6-8A72-4D86-8444-125C8C63F560}" dt="2026-09-18T09:38:49.319" v="186" actId="21"/>
        <pc:sldMkLst>
          <pc:docMk/>
          <pc:sldMk cId="0" sldId="257"/>
        </pc:sldMkLst>
        <pc:spChg chg="del">
          <ac:chgData name="Lakshmi narasimha sai Komma" userId="b7f1132bd06700d1" providerId="LiveId" clId="{5F926FF6-8A72-4D86-8444-125C8C63F560}" dt="2026-09-18T09:38:49.319" v="186" actId="21"/>
          <ac:spMkLst>
            <pc:docMk/>
            <pc:sldMk cId="0" sldId="257"/>
            <ac:spMk id="5" creationId="{00000000-0000-0000-0000-000000000000}"/>
          </ac:spMkLst>
        </pc:spChg>
      </pc:sldChg>
      <pc:sldChg chg="delSp mod">
        <pc:chgData name="Lakshmi narasimha sai Komma" userId="b7f1132bd06700d1" providerId="LiveId" clId="{5F926FF6-8A72-4D86-8444-125C8C63F560}" dt="2026-09-18T09:38:41.991" v="185" actId="21"/>
        <pc:sldMkLst>
          <pc:docMk/>
          <pc:sldMk cId="0" sldId="258"/>
        </pc:sldMkLst>
        <pc:spChg chg="del">
          <ac:chgData name="Lakshmi narasimha sai Komma" userId="b7f1132bd06700d1" providerId="LiveId" clId="{5F926FF6-8A72-4D86-8444-125C8C63F560}" dt="2026-09-18T09:38:41.991" v="185" actId="21"/>
          <ac:spMkLst>
            <pc:docMk/>
            <pc:sldMk cId="0" sldId="258"/>
            <ac:spMk id="5" creationId="{00000000-0000-0000-0000-000000000000}"/>
          </ac:spMkLst>
        </pc:spChg>
      </pc:sldChg>
      <pc:sldChg chg="delSp mod">
        <pc:chgData name="Lakshmi narasimha sai Komma" userId="b7f1132bd06700d1" providerId="LiveId" clId="{5F926FF6-8A72-4D86-8444-125C8C63F560}" dt="2026-09-18T09:39:16.249" v="211" actId="21"/>
        <pc:sldMkLst>
          <pc:docMk/>
          <pc:sldMk cId="0" sldId="259"/>
        </pc:sldMkLst>
        <pc:spChg chg="del">
          <ac:chgData name="Lakshmi narasimha sai Komma" userId="b7f1132bd06700d1" providerId="LiveId" clId="{5F926FF6-8A72-4D86-8444-125C8C63F560}" dt="2026-09-18T09:39:16.249" v="211" actId="21"/>
          <ac:spMkLst>
            <pc:docMk/>
            <pc:sldMk cId="0" sldId="259"/>
            <ac:spMk id="5" creationId="{00000000-0000-0000-0000-000000000000}"/>
          </ac:spMkLst>
        </pc:spChg>
      </pc:sldChg>
      <pc:sldChg chg="delSp modSp mod">
        <pc:chgData name="Lakshmi narasimha sai Komma" userId="b7f1132bd06700d1" providerId="LiveId" clId="{5F926FF6-8A72-4D86-8444-125C8C63F560}" dt="2026-09-18T09:39:50.440" v="215" actId="21"/>
        <pc:sldMkLst>
          <pc:docMk/>
          <pc:sldMk cId="0" sldId="260"/>
        </pc:sldMkLst>
        <pc:spChg chg="del">
          <ac:chgData name="Lakshmi narasimha sai Komma" userId="b7f1132bd06700d1" providerId="LiveId" clId="{5F926FF6-8A72-4D86-8444-125C8C63F560}" dt="2026-09-18T09:39:27.862" v="212" actId="21"/>
          <ac:spMkLst>
            <pc:docMk/>
            <pc:sldMk cId="0" sldId="260"/>
            <ac:spMk id="4" creationId="{00000000-0000-0000-0000-000000000000}"/>
          </ac:spMkLst>
        </pc:spChg>
        <pc:spChg chg="mod">
          <ac:chgData name="Lakshmi narasimha sai Komma" userId="b7f1132bd06700d1" providerId="LiveId" clId="{5F926FF6-8A72-4D86-8444-125C8C63F560}" dt="2026-09-18T09:39:42.754" v="213" actId="1076"/>
          <ac:spMkLst>
            <pc:docMk/>
            <pc:sldMk cId="0" sldId="260"/>
            <ac:spMk id="5" creationId="{00000000-0000-0000-0000-000000000000}"/>
          </ac:spMkLst>
        </pc:spChg>
        <pc:spChg chg="del">
          <ac:chgData name="Lakshmi narasimha sai Komma" userId="b7f1132bd06700d1" providerId="LiveId" clId="{5F926FF6-8A72-4D86-8444-125C8C63F560}" dt="2026-09-18T09:39:47.042" v="214" actId="21"/>
          <ac:spMkLst>
            <pc:docMk/>
            <pc:sldMk cId="0" sldId="260"/>
            <ac:spMk id="6" creationId="{00000000-0000-0000-0000-000000000000}"/>
          </ac:spMkLst>
        </pc:spChg>
        <pc:spChg chg="del">
          <ac:chgData name="Lakshmi narasimha sai Komma" userId="b7f1132bd06700d1" providerId="LiveId" clId="{5F926FF6-8A72-4D86-8444-125C8C63F560}" dt="2026-09-18T09:39:50.440" v="215" actId="21"/>
          <ac:spMkLst>
            <pc:docMk/>
            <pc:sldMk cId="0" sldId="260"/>
            <ac:spMk id="7" creationId="{00000000-0000-0000-0000-000000000000}"/>
          </ac:spMkLst>
        </pc:spChg>
      </pc:sldChg>
      <pc:sldChg chg="delSp mod">
        <pc:chgData name="Lakshmi narasimha sai Komma" userId="b7f1132bd06700d1" providerId="LiveId" clId="{5F926FF6-8A72-4D86-8444-125C8C63F560}" dt="2026-09-18T09:40:00.314" v="216" actId="21"/>
        <pc:sldMkLst>
          <pc:docMk/>
          <pc:sldMk cId="0" sldId="261"/>
        </pc:sldMkLst>
        <pc:spChg chg="del">
          <ac:chgData name="Lakshmi narasimha sai Komma" userId="b7f1132bd06700d1" providerId="LiveId" clId="{5F926FF6-8A72-4D86-8444-125C8C63F560}" dt="2026-09-18T09:40:00.314" v="216" actId="21"/>
          <ac:spMkLst>
            <pc:docMk/>
            <pc:sldMk cId="0" sldId="261"/>
            <ac:spMk id="5" creationId="{00000000-0000-0000-0000-000000000000}"/>
          </ac:spMkLst>
        </pc:spChg>
      </pc:sldChg>
      <pc:sldChg chg="delSp mod">
        <pc:chgData name="Lakshmi narasimha sai Komma" userId="b7f1132bd06700d1" providerId="LiveId" clId="{5F926FF6-8A72-4D86-8444-125C8C63F560}" dt="2026-09-18T09:40:04.963" v="217" actId="21"/>
        <pc:sldMkLst>
          <pc:docMk/>
          <pc:sldMk cId="0" sldId="262"/>
        </pc:sldMkLst>
        <pc:spChg chg="del">
          <ac:chgData name="Lakshmi narasimha sai Komma" userId="b7f1132bd06700d1" providerId="LiveId" clId="{5F926FF6-8A72-4D86-8444-125C8C63F560}" dt="2026-09-18T09:40:04.963" v="217" actId="21"/>
          <ac:spMkLst>
            <pc:docMk/>
            <pc:sldMk cId="0" sldId="262"/>
            <ac:spMk id="5" creationId="{00000000-0000-0000-0000-000000000000}"/>
          </ac:spMkLst>
        </pc:spChg>
      </pc:sldChg>
      <pc:sldChg chg="delSp mod">
        <pc:chgData name="Lakshmi narasimha sai Komma" userId="b7f1132bd06700d1" providerId="LiveId" clId="{5F926FF6-8A72-4D86-8444-125C8C63F560}" dt="2026-09-18T09:40:09.462" v="218" actId="21"/>
        <pc:sldMkLst>
          <pc:docMk/>
          <pc:sldMk cId="0" sldId="263"/>
        </pc:sldMkLst>
        <pc:spChg chg="del">
          <ac:chgData name="Lakshmi narasimha sai Komma" userId="b7f1132bd06700d1" providerId="LiveId" clId="{5F926FF6-8A72-4D86-8444-125C8C63F560}" dt="2026-09-18T09:40:09.462" v="218" actId="21"/>
          <ac:spMkLst>
            <pc:docMk/>
            <pc:sldMk cId="0" sldId="263"/>
            <ac:spMk id="5" creationId="{00000000-0000-0000-0000-000000000000}"/>
          </ac:spMkLst>
        </pc:spChg>
      </pc:sldChg>
      <pc:sldChg chg="delSp mod">
        <pc:chgData name="Lakshmi narasimha sai Komma" userId="b7f1132bd06700d1" providerId="LiveId" clId="{5F926FF6-8A72-4D86-8444-125C8C63F560}" dt="2026-09-18T09:40:13.746" v="219" actId="21"/>
        <pc:sldMkLst>
          <pc:docMk/>
          <pc:sldMk cId="0" sldId="264"/>
        </pc:sldMkLst>
        <pc:spChg chg="del">
          <ac:chgData name="Lakshmi narasimha sai Komma" userId="b7f1132bd06700d1" providerId="LiveId" clId="{5F926FF6-8A72-4D86-8444-125C8C63F560}" dt="2026-09-18T09:40:13.746" v="219" actId="21"/>
          <ac:spMkLst>
            <pc:docMk/>
            <pc:sldMk cId="0" sldId="264"/>
            <ac:spMk id="5" creationId="{00000000-0000-0000-0000-000000000000}"/>
          </ac:spMkLst>
        </pc:spChg>
      </pc:sldChg>
      <pc:sldChg chg="delSp mod">
        <pc:chgData name="Lakshmi narasimha sai Komma" userId="b7f1132bd06700d1" providerId="LiveId" clId="{5F926FF6-8A72-4D86-8444-125C8C63F560}" dt="2026-09-18T09:40:17.459" v="220" actId="21"/>
        <pc:sldMkLst>
          <pc:docMk/>
          <pc:sldMk cId="0" sldId="265"/>
        </pc:sldMkLst>
        <pc:spChg chg="del">
          <ac:chgData name="Lakshmi narasimha sai Komma" userId="b7f1132bd06700d1" providerId="LiveId" clId="{5F926FF6-8A72-4D86-8444-125C8C63F560}" dt="2026-09-18T09:40:17.459" v="220" actId="21"/>
          <ac:spMkLst>
            <pc:docMk/>
            <pc:sldMk cId="0" sldId="265"/>
            <ac:spMk id="5" creationId="{00000000-0000-0000-0000-000000000000}"/>
          </ac:spMkLst>
        </pc:spChg>
      </pc:sldChg>
      <pc:sldChg chg="delSp mod">
        <pc:chgData name="Lakshmi narasimha sai Komma" userId="b7f1132bd06700d1" providerId="LiveId" clId="{5F926FF6-8A72-4D86-8444-125C8C63F560}" dt="2026-09-18T09:40:21.242" v="221" actId="21"/>
        <pc:sldMkLst>
          <pc:docMk/>
          <pc:sldMk cId="0" sldId="266"/>
        </pc:sldMkLst>
        <pc:spChg chg="del">
          <ac:chgData name="Lakshmi narasimha sai Komma" userId="b7f1132bd06700d1" providerId="LiveId" clId="{5F926FF6-8A72-4D86-8444-125C8C63F560}" dt="2026-09-18T09:40:21.242" v="221" actId="21"/>
          <ac:spMkLst>
            <pc:docMk/>
            <pc:sldMk cId="0" sldId="266"/>
            <ac:spMk id="5" creationId="{00000000-0000-0000-0000-000000000000}"/>
          </ac:spMkLst>
        </pc:spChg>
      </pc:sldChg>
      <pc:sldChg chg="delSp mod">
        <pc:chgData name="Lakshmi narasimha sai Komma" userId="b7f1132bd06700d1" providerId="LiveId" clId="{5F926FF6-8A72-4D86-8444-125C8C63F560}" dt="2026-09-18T09:40:25.467" v="222" actId="21"/>
        <pc:sldMkLst>
          <pc:docMk/>
          <pc:sldMk cId="0" sldId="267"/>
        </pc:sldMkLst>
        <pc:spChg chg="del">
          <ac:chgData name="Lakshmi narasimha sai Komma" userId="b7f1132bd06700d1" providerId="LiveId" clId="{5F926FF6-8A72-4D86-8444-125C8C63F560}" dt="2026-09-18T09:40:25.467" v="222" actId="21"/>
          <ac:spMkLst>
            <pc:docMk/>
            <pc:sldMk cId="0" sldId="267"/>
            <ac:spMk id="1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11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 scope: an LLM-assisted personal finance advisor combining machine learning with generative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nine-stage pipeline. Stages 1-3 prepare and analyse the data, 4-7 generate the quantitative outputs, and 8-9 translate them into guidance the user can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flow from user input through the processing layer to the recommendation and guidance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and Pandas handle data work, XGBoost and Scikit-learn the prediction, Gemini the guidance, and Streamlit with Plotly the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the demonstration of the working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separation between data handling, model logic and the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user session is isolated so profiles and results remain private.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Inputs collected here feed directly into the analysis and prediction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health score combines savings rate, expense ratio and emergency-fund status into a single indicator.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visualisations expose the categories driving the largest share of monthly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are tailored to the savings level and the risk profile the user selects.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outcome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96728" y="164592"/>
            <a:ext cx="1463040" cy="881482"/>
          </a:xfrm>
          <a:prstGeom prst="roundRect">
            <a:avLst>
              <a:gd name="adj" fmla="val 62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/mnt/user-data/uploads/178972369452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274320"/>
            <a:ext cx="1207008" cy="66202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463040" y="4114800"/>
            <a:ext cx="4754880" cy="4754880"/>
          </a:xfrm>
          <a:prstGeom prst="ellipse">
            <a:avLst/>
          </a:prstGeom>
          <a:solidFill>
            <a:srgbClr val="1C3A5E">
              <a:alpha val="55000"/>
            </a:srgbClr>
          </a:solidFill>
          <a:ln w="12700">
            <a:solidFill>
              <a:srgbClr val="1C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 txBox="1"/>
          <p:nvPr/>
        </p:nvSpPr>
        <p:spPr>
          <a:xfrm>
            <a:off x="552373" y="62545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6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REVIEW-2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7181" y="1405377"/>
            <a:ext cx="9692640" cy="1364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LLM-Based Intelligent Personal Finance Advisor with Personalized Savings Prediction and Investment</a:t>
            </a:r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Recommendation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D21AEF-95B0-A6A0-53D2-5705FDA5B40B}"/>
              </a:ext>
            </a:extLst>
          </p:cNvPr>
          <p:cNvSpPr txBox="1"/>
          <p:nvPr/>
        </p:nvSpPr>
        <p:spPr>
          <a:xfrm>
            <a:off x="0" y="3429000"/>
            <a:ext cx="1085150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Team Members:</a:t>
            </a:r>
          </a:p>
          <a:p>
            <a:br>
              <a:rPr lang="en-IN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1) Narasimha Sai-2420030406</a:t>
            </a:r>
          </a:p>
          <a:p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2) Ch. Srikar-2420030610</a:t>
            </a:r>
          </a:p>
          <a:p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3) D. Hari Haran-2420080075</a:t>
            </a:r>
          </a:p>
          <a:p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4) P. Jyothik Kshitij-2420080039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72369452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274320"/>
            <a:ext cx="1207008" cy="66202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9264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stages from raw financial data to personalised, explainable recommendations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36192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49808" y="1719072"/>
            <a:ext cx="347472" cy="347472"/>
          </a:xfrm>
          <a:prstGeom prst="ellipse">
            <a:avLst/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749808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17099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68096" y="2121408"/>
            <a:ext cx="3081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synthetically generated personal finance dataset covering income and all major expense categories.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34256" y="1536192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535424" y="1719072"/>
            <a:ext cx="347472" cy="347472"/>
          </a:xfrm>
          <a:prstGeom prst="ellipse">
            <a:avLst/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4535424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974336" y="17099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53712" y="2121408"/>
            <a:ext cx="3081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structure and prepare the financial records for analysis and machine-learning prediction.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119872" y="1536192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8321040" y="1719072"/>
            <a:ext cx="347472" cy="347472"/>
          </a:xfrm>
          <a:prstGeom prst="ellipse">
            <a:avLst/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83210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759952" y="170992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Analysis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339328" y="2121408"/>
            <a:ext cx="3081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total expenses, actual savings, expense percentage and savings percentage.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31089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749808" y="3291840"/>
            <a:ext cx="347472" cy="347472"/>
          </a:xfrm>
          <a:prstGeom prst="ellipse">
            <a:avLst/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 txBox="1"/>
          <p:nvPr/>
        </p:nvSpPr>
        <p:spPr>
          <a:xfrm>
            <a:off x="749808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188720" y="328269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Prediction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68096" y="3694176"/>
            <a:ext cx="3081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 XGBoost regression model to forecast the user's monthly savings.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334256" y="31089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4535424" y="3291840"/>
            <a:ext cx="347472" cy="347472"/>
          </a:xfrm>
          <a:prstGeom prst="ellipse">
            <a:avLst/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 txBox="1"/>
          <p:nvPr/>
        </p:nvSpPr>
        <p:spPr>
          <a:xfrm>
            <a:off x="4535424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4974336" y="328269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Analysis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553712" y="3694176"/>
            <a:ext cx="3081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 Financial Health Score from savings, expenses and emergency-fund status.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119872" y="31089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8321040" y="3291840"/>
            <a:ext cx="347472" cy="347472"/>
          </a:xfrm>
          <a:prstGeom prst="ellipse">
            <a:avLst/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 txBox="1"/>
          <p:nvPr/>
        </p:nvSpPr>
        <p:spPr>
          <a:xfrm>
            <a:off x="8321040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759952" y="328269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Recommendation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339328" y="3694176"/>
            <a:ext cx="3081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spending patterns and suggest ways to control unnecessary expenditure.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48640" y="4681728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749808" y="4864608"/>
            <a:ext cx="347472" cy="347472"/>
          </a:xfrm>
          <a:prstGeom prst="ellipse">
            <a:avLst/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 txBox="1"/>
          <p:nvPr/>
        </p:nvSpPr>
        <p:spPr>
          <a:xfrm>
            <a:off x="749808" y="4864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1188720" y="485546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Recommendation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768096" y="5266944"/>
            <a:ext cx="3081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options aligned to the user's savings level and selected risk profile.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334256" y="4681728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4535424" y="4864608"/>
            <a:ext cx="347472" cy="347472"/>
          </a:xfrm>
          <a:prstGeom prst="ellipse">
            <a:avLst/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 txBox="1"/>
          <p:nvPr/>
        </p:nvSpPr>
        <p:spPr>
          <a:xfrm>
            <a:off x="4535424" y="4864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4974336" y="485546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Guidance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4553712" y="5266944"/>
            <a:ext cx="3081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Google Gemini to turn the results into simple, personalised financial advice.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119872" y="4681728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5"/>
          <p:cNvSpPr/>
          <p:nvPr/>
        </p:nvSpPr>
        <p:spPr>
          <a:xfrm>
            <a:off x="8321040" y="4864608"/>
            <a:ext cx="347472" cy="347472"/>
          </a:xfrm>
          <a:prstGeom prst="ellipse">
            <a:avLst/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 txBox="1"/>
          <p:nvPr/>
        </p:nvSpPr>
        <p:spPr>
          <a:xfrm>
            <a:off x="8321040" y="4864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8759952" y="485546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8339328" y="5266944"/>
            <a:ext cx="30815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every insight through an interactive Streamlit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72369452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274320"/>
            <a:ext cx="1207008" cy="66202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9264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spanning the Streamlit front end, the Python processing layer and the output services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55748" y="1440180"/>
            <a:ext cx="7077456" cy="4745736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unpacked/ppt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1481328"/>
            <a:ext cx="69951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72369452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274320"/>
            <a:ext cx="1207008" cy="66202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9264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libraries, models and services used to build the advisor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55748" y="1440180"/>
            <a:ext cx="7077456" cy="4745736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unpacked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1481328"/>
            <a:ext cx="69951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96728" y="164592"/>
            <a:ext cx="1463040" cy="881482"/>
          </a:xfrm>
          <a:prstGeom prst="roundRect">
            <a:avLst>
              <a:gd name="adj" fmla="val 62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/mnt/user-data/uploads/178972369452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274320"/>
            <a:ext cx="1207008" cy="66202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483808" y="2403958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and Results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72369452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274320"/>
            <a:ext cx="1207008" cy="66202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and Codebase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9264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Python application organised by data, models, services and dashboard components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41248" y="1598785"/>
            <a:ext cx="10506456" cy="4428526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unpacked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1639933"/>
            <a:ext cx="10424160" cy="43462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72369452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274320"/>
            <a:ext cx="1207008" cy="66202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Authentication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9264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and registration gate for each user's financial profile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058193" y="1440180"/>
            <a:ext cx="10072567" cy="4745736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unpacked/ppt/media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341" y="1481328"/>
            <a:ext cx="9990271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72369452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274320"/>
            <a:ext cx="1207008" cy="66202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Data Entry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9264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 and category-wise expenses captured through the dashboard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130095" y="1440180"/>
            <a:ext cx="9928761" cy="4745736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unpacked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243" y="1481328"/>
            <a:ext cx="984646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72369452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274320"/>
            <a:ext cx="1207008" cy="66202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Overview and Health Score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9264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expenses, predicted savings and the computed Financial Health Score at a glance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586836" y="1440180"/>
            <a:ext cx="9015281" cy="4745736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unpacked/ppt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984" y="1481328"/>
            <a:ext cx="893298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72369452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274320"/>
            <a:ext cx="1207008" cy="66202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Spending Analysis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9264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expense breakdown and spending distribution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41248" y="1528621"/>
            <a:ext cx="10506456" cy="4568854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unpacked/ppt/media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1569769"/>
            <a:ext cx="10424160" cy="44865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972369452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274320"/>
            <a:ext cx="1207008" cy="66202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and Guidance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9264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actions, investment considerations and personalised advice generated by the LLM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841248" y="1442593"/>
            <a:ext cx="10506456" cy="4740911"/>
          </a:xfrm>
          <a:prstGeom prst="rect">
            <a:avLst/>
          </a:prstGeom>
          <a:solidFill>
            <a:srgbClr val="E3E8E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unpacked/ppt/media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1483741"/>
            <a:ext cx="10424160" cy="46586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96728" y="164592"/>
            <a:ext cx="1463040" cy="881482"/>
          </a:xfrm>
          <a:prstGeom prst="roundRect">
            <a:avLst>
              <a:gd name="adj" fmla="val 62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/mnt/user-data/uploads/178972369452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274320"/>
            <a:ext cx="1207008" cy="66202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196596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1C3A5E"/>
          </a:solidFill>
          <a:ln w="12700">
            <a:solidFill>
              <a:srgbClr val="2A4A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1133856" y="2203704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33856" y="2624328"/>
            <a:ext cx="449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financial data is turned into savings predictions, a health score and actionable advice in a single workflow.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09360" y="196596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1C3A5E"/>
          </a:solidFill>
          <a:ln w="12700">
            <a:solidFill>
              <a:srgbClr val="2A4A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6620256" y="2203704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at the core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620256" y="2624328"/>
            <a:ext cx="449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regression drives the savings forecast that underpins every downstream recommendation.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393192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1C3A5E"/>
          </a:solidFill>
          <a:ln w="12700">
            <a:solidFill>
              <a:srgbClr val="2A4A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1133856" y="4169664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people can read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33856" y="4590288"/>
            <a:ext cx="449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converts numerical outputs into plain-language, personalised financial guidance.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09360" y="393192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1C3A5E"/>
          </a:solidFill>
          <a:ln w="12700">
            <a:solidFill>
              <a:srgbClr val="2A4A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6620256" y="4169664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delivery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620256" y="4590288"/>
            <a:ext cx="449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Streamlit dashboard makes the analysis explorable rather than static.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593</Words>
  <Application>Microsoft Office PowerPoint</Application>
  <PresentationFormat>Widescreen</PresentationFormat>
  <Paragraphs>100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LLM-Based Intelligent Personal Finance Advisor</dc:title>
  <dc:subject>PptxGenJS Presentation</dc:subject>
  <dc:creator>KL University</dc:creator>
  <cp:lastModifiedBy>Lakshmi narasimha sai Komma</cp:lastModifiedBy>
  <cp:revision>1</cp:revision>
  <dcterms:created xsi:type="dcterms:W3CDTF">2026-09-18T09:31:05Z</dcterms:created>
  <dcterms:modified xsi:type="dcterms:W3CDTF">2026-09-18T09:40:30Z</dcterms:modified>
</cp:coreProperties>
</file>